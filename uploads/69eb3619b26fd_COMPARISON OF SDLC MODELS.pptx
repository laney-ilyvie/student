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-17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6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2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6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2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4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0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8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1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9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7449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71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8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0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52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8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0D534-42D8-431D-A49B-B866E69B000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E9ACE-4825-408F-B3A3-626008D57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5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8B76-31B4-9589-1761-9F3BD0937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 OF SDLC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13945-4DA0-C336-2D5B-48007E3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1839"/>
            <a:ext cx="10820400" cy="38862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 Spiral, Iterative, Incremental, Agile &amp; </a:t>
            </a:r>
            <a:r>
              <a:rPr lang="en-US"/>
              <a:t>Big Bang</a:t>
            </a:r>
            <a:endParaRPr lang="en-US" dirty="0"/>
          </a:p>
          <a:p>
            <a:r>
              <a:rPr lang="en-US" dirty="0"/>
              <a:t>Group members</a:t>
            </a:r>
          </a:p>
          <a:p>
            <a:r>
              <a:rPr lang="en-US" dirty="0"/>
              <a:t>.KAMIKAZI Ange </a:t>
            </a:r>
          </a:p>
          <a:p>
            <a:r>
              <a:rPr lang="en-US" dirty="0"/>
              <a:t>.GISUBIZO Eliane</a:t>
            </a:r>
          </a:p>
          <a:p>
            <a:r>
              <a:rPr lang="en-US" dirty="0"/>
              <a:t>.MURASA MUCYO Ornella</a:t>
            </a:r>
          </a:p>
          <a:p>
            <a:r>
              <a:rPr lang="en-US" dirty="0"/>
              <a:t>.UWASE Lucky Shilla</a:t>
            </a:r>
          </a:p>
          <a:p>
            <a:r>
              <a:rPr lang="en-US" dirty="0"/>
              <a:t>..DUSHIME HOLLY Bercie</a:t>
            </a:r>
          </a:p>
          <a:p>
            <a:r>
              <a:rPr lang="en-US" dirty="0"/>
              <a:t>.MUGISHA Noella</a:t>
            </a:r>
          </a:p>
          <a:p>
            <a:r>
              <a:rPr lang="en-US" dirty="0"/>
              <a:t>.UMUGWANEZA Yvette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7227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  <p:sndAc>
          <p:stSnd>
            <p:snd r:embed="rId2" name="push.wav"/>
          </p:stSnd>
        </p:sndAc>
      </p:transition>
    </mc:Choice>
    <mc:Fallback>
      <p:transition spd="slow">
        <p:fade/>
        <p:sndAc>
          <p:stSnd>
            <p:snd r:embed="rId2" name="push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7B35-7036-B113-834C-CEF60895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66D44-85C0-F224-0F15-DC8F82313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22120"/>
            <a:ext cx="10353762" cy="483108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Combines iterative development with systematic phases.</a:t>
            </a:r>
          </a:p>
          <a:p>
            <a:r>
              <a:rPr lang="en-US" dirty="0"/>
              <a:t>Focuses on </a:t>
            </a:r>
            <a:r>
              <a:rPr lang="en-US" b="1" dirty="0"/>
              <a:t>risk analysis and customer feedback</a:t>
            </a:r>
            <a:r>
              <a:rPr lang="en-US" dirty="0"/>
              <a:t>.</a:t>
            </a:r>
          </a:p>
          <a:p>
            <a:r>
              <a:rPr lang="en-US" b="1" dirty="0"/>
              <a:t>Phases:</a:t>
            </a:r>
            <a:endParaRPr lang="en-US" dirty="0"/>
          </a:p>
          <a:p>
            <a:r>
              <a:rPr lang="en-US" dirty="0"/>
              <a:t>Planning</a:t>
            </a:r>
          </a:p>
          <a:p>
            <a:r>
              <a:rPr lang="en-US" dirty="0"/>
              <a:t>Risk Analysis</a:t>
            </a:r>
          </a:p>
          <a:p>
            <a:r>
              <a:rPr lang="en-US" dirty="0"/>
              <a:t>Engineering</a:t>
            </a:r>
          </a:p>
          <a:p>
            <a:r>
              <a:rPr lang="en-US" dirty="0"/>
              <a:t>Evaluation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Early risk detection</a:t>
            </a:r>
          </a:p>
          <a:p>
            <a:r>
              <a:rPr lang="en-US" dirty="0"/>
              <a:t>Flexible and user-focused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Costly and complex</a:t>
            </a:r>
          </a:p>
          <a:p>
            <a:r>
              <a:rPr lang="en-US" dirty="0"/>
              <a:t>Needs experienced management</a:t>
            </a:r>
          </a:p>
          <a:p>
            <a:r>
              <a:rPr lang="en-US" b="1" dirty="0"/>
              <a:t>Best for:</a:t>
            </a:r>
            <a:r>
              <a:rPr lang="en-US" dirty="0"/>
              <a:t> Large, high-risk projects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60509-78CF-1A6B-53AE-61EDEDE53ECC}"/>
              </a:ext>
            </a:extLst>
          </p:cNvPr>
          <p:cNvSpPr txBox="1"/>
          <p:nvPr/>
        </p:nvSpPr>
        <p:spPr>
          <a:xfrm>
            <a:off x="8165431" y="-1275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Spiral Model</a:t>
            </a:r>
          </a:p>
        </p:txBody>
      </p:sp>
    </p:spTree>
    <p:extLst>
      <p:ext uri="{BB962C8B-B14F-4D97-AF65-F5344CB8AC3E}">
        <p14:creationId xmlns:p14="http://schemas.microsoft.com/office/powerpoint/2010/main" val="16229302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F2CC-9C18-7023-32C8-3AFCC18D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38A52-0118-320B-C3B6-04CAF491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system is developed </a:t>
            </a:r>
            <a:r>
              <a:rPr lang="en-US" b="1" dirty="0"/>
              <a:t>in small parts (iterations)</a:t>
            </a:r>
            <a:r>
              <a:rPr lang="en-US" dirty="0"/>
              <a:t>.</a:t>
            </a:r>
          </a:p>
          <a:p>
            <a:r>
              <a:rPr lang="en-US" dirty="0"/>
              <a:t>Each iteration adds improvements based on feedback.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Early working product</a:t>
            </a:r>
          </a:p>
          <a:p>
            <a:r>
              <a:rPr lang="en-US" dirty="0"/>
              <a:t>Easier to test and improve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Needs good planning</a:t>
            </a:r>
          </a:p>
          <a:p>
            <a:r>
              <a:rPr lang="en-US" dirty="0"/>
              <a:t>More resource-intensive</a:t>
            </a:r>
          </a:p>
          <a:p>
            <a:r>
              <a:rPr lang="en-US" b="1" dirty="0"/>
              <a:t>Best for:</a:t>
            </a:r>
            <a:r>
              <a:rPr lang="en-US" dirty="0"/>
              <a:t> Projects with </a:t>
            </a:r>
            <a:r>
              <a:rPr lang="en-US" b="1" dirty="0"/>
              <a:t>changing requirements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26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FACA-1226-7DC1-B77E-41124225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A10B-95BF-0C8A-9386-13E3C297F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product is built </a:t>
            </a:r>
            <a:r>
              <a:rPr lang="en-US" b="1" dirty="0"/>
              <a:t>in increments or modules</a:t>
            </a:r>
            <a:r>
              <a:rPr lang="en-US" dirty="0"/>
              <a:t>.</a:t>
            </a:r>
          </a:p>
          <a:p>
            <a:r>
              <a:rPr lang="en-US" dirty="0"/>
              <a:t>Each increment adds a </a:t>
            </a:r>
            <a:r>
              <a:rPr lang="en-US" b="1" dirty="0"/>
              <a:t>complete set of features</a:t>
            </a:r>
            <a:r>
              <a:rPr lang="en-US" dirty="0"/>
              <a:t>.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Quick delivery of usable parts</a:t>
            </a:r>
          </a:p>
          <a:p>
            <a:r>
              <a:rPr lang="en-US" dirty="0"/>
              <a:t>Easier maintenance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Integration can be complex</a:t>
            </a:r>
          </a:p>
          <a:p>
            <a:r>
              <a:rPr lang="en-US" dirty="0"/>
              <a:t>Planning must be detailed</a:t>
            </a:r>
          </a:p>
          <a:p>
            <a:r>
              <a:rPr lang="en-US" b="1" dirty="0"/>
              <a:t>Best for:</a:t>
            </a:r>
            <a:r>
              <a:rPr lang="en-US" dirty="0"/>
              <a:t> Medium-sized projects with </a:t>
            </a:r>
            <a:r>
              <a:rPr lang="en-US" b="1" dirty="0"/>
              <a:t>well-defined requirements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479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C2AB-92A8-ECFE-F50A-BED95731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DE23-2D09-89EB-926D-ABE726B1D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Iterative and flexible; focuses on </a:t>
            </a:r>
            <a:r>
              <a:rPr lang="en-US" b="1" dirty="0"/>
              <a:t>teamwork and customer collaboration</a:t>
            </a:r>
            <a:r>
              <a:rPr lang="en-US" dirty="0"/>
              <a:t>.</a:t>
            </a:r>
          </a:p>
          <a:p>
            <a:r>
              <a:rPr lang="en-US" dirty="0"/>
              <a:t>Work is divided into short cycles called </a:t>
            </a:r>
            <a:r>
              <a:rPr lang="en-US" b="1" dirty="0"/>
              <a:t>Sprints</a:t>
            </a:r>
            <a:r>
              <a:rPr lang="en-US" dirty="0"/>
              <a:t>.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Fast delivery</a:t>
            </a:r>
          </a:p>
          <a:p>
            <a:r>
              <a:rPr lang="en-US" dirty="0"/>
              <a:t>Adapts to changes easily</a:t>
            </a:r>
          </a:p>
          <a:p>
            <a:r>
              <a:rPr lang="en-US" dirty="0"/>
              <a:t>Continuous user feedback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Needs constant communication</a:t>
            </a:r>
          </a:p>
          <a:p>
            <a:r>
              <a:rPr lang="en-US" dirty="0"/>
              <a:t>Hard to predict timelines</a:t>
            </a:r>
          </a:p>
          <a:p>
            <a:r>
              <a:rPr lang="en-US" b="1" dirty="0"/>
              <a:t>Best for:</a:t>
            </a:r>
            <a:r>
              <a:rPr lang="en-US" dirty="0"/>
              <a:t> Projects where </a:t>
            </a:r>
            <a:r>
              <a:rPr lang="en-US" b="1" dirty="0"/>
              <a:t>requirements change frequently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639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  <p:sndAc>
          <p:stSnd>
            <p:snd r:embed="rId2" name="push.wav"/>
          </p:stSnd>
        </p:sndAc>
      </p:transition>
    </mc:Choice>
    <mc:Fallback>
      <p:transition spd="slow">
        <p:fade/>
        <p:sndAc>
          <p:stSnd>
            <p:snd r:embed="rId2" name="pu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15C6-0D13-C7B0-5073-75543FE8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Bang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9C6E-7B0E-BD74-ABC0-B907C61D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No formal planning; coding starts immediately.</a:t>
            </a:r>
          </a:p>
          <a:p>
            <a:r>
              <a:rPr lang="en-US" dirty="0"/>
              <a:t>All resources are used to develop the product quickly.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Very simple and fast</a:t>
            </a:r>
          </a:p>
          <a:p>
            <a:r>
              <a:rPr lang="en-US" dirty="0"/>
              <a:t>Minimal planning required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Very risky</a:t>
            </a:r>
          </a:p>
          <a:p>
            <a:r>
              <a:rPr lang="en-US" dirty="0"/>
              <a:t>Not suitable for large or complex projects</a:t>
            </a:r>
          </a:p>
          <a:p>
            <a:r>
              <a:rPr lang="en-US" b="1" dirty="0"/>
              <a:t>Best for:</a:t>
            </a:r>
            <a:r>
              <a:rPr lang="en-US" dirty="0"/>
              <a:t> Small projects or </a:t>
            </a:r>
            <a:r>
              <a:rPr lang="en-US" b="1" dirty="0"/>
              <a:t>experiments/prototypes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9855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5837-23D9-F58D-1003-9317EE1C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0E786F-6BD6-69CC-B892-71F19D48AA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3291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159046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56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64443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9883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Approach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Feature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Used For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06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Risk-based, iterative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analysis &amp; prototyping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Large, high-risk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99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Repeating 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Improvement with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Changing 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02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Incremental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Built in modules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Gradual feature 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26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Flexible &amp; team-driven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 sprints &amp;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Big Bang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defined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Quick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Small/simple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66761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5BD969F-E7C2-2917-3E2B-4A2EC178A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535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push.wav"/>
          </p:stSnd>
        </p:sndAc>
      </p:transition>
    </mc:Choice>
    <mc:Fallback>
      <p:transition spd="slow">
        <p:fade/>
        <p:sndAc>
          <p:stSnd>
            <p:snd r:embed="rId2" name="push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</TotalTime>
  <Words>341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COMPARISON OF SDLC MODELS</vt:lpstr>
      <vt:lpstr>Spiral Model</vt:lpstr>
      <vt:lpstr>Iterative Model</vt:lpstr>
      <vt:lpstr>Incremental Model</vt:lpstr>
      <vt:lpstr>Agile Model</vt:lpstr>
      <vt:lpstr>Big Bang Model</vt:lpstr>
      <vt:lpstr>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</dc:creator>
  <cp:lastModifiedBy>Ange</cp:lastModifiedBy>
  <cp:revision>1</cp:revision>
  <dcterms:created xsi:type="dcterms:W3CDTF">2025-11-11T18:55:39Z</dcterms:created>
  <dcterms:modified xsi:type="dcterms:W3CDTF">2025-11-11T19:07:04Z</dcterms:modified>
</cp:coreProperties>
</file>